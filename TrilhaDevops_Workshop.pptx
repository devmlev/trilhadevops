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667EEA"/>
              </a:gs>
              <a:gs pos="100000">
                <a:srgbClr val="764BA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🎓 Workshop Gratuito!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GitHub + Azure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</a:rPr>
              <a:t>Primeiros passos para automatizar build, testes e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Aprenda, na prática, como automatizar etapas essenciais do desenvolvimento
usando GitHub e Azure DevOps.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Trilha DevOps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D1117"/>
                </a:solidFill>
              </a:rPr>
              <a:t>Informações do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4747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67EEA"/>
                </a:solidFill>
              </a:rPr>
              <a:t>📚 Aula Prática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Conteúdo prático e direto ao ponto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188720"/>
            <a:ext cx="34747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3258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67EEA"/>
                </a:solidFill>
              </a:rPr>
              <a:t>⏱️ Duração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1 hora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188720"/>
            <a:ext cx="34747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3258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67EEA"/>
                </a:solidFill>
              </a:rPr>
              <a:t>💻 Formato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Online e gratuito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34747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2461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67EEA"/>
                </a:solidFill>
              </a:rPr>
              <a:t>🎫 Vagas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49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Limitadas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108960"/>
            <a:ext cx="34747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2461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67EEA"/>
                </a:solidFill>
              </a:rPr>
              <a:t>📅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749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 definir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3108960"/>
            <a:ext cx="34747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32461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67EEA"/>
                </a:solidFill>
              </a:rPr>
              <a:t>🏆 Certificado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49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Certificado de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D1117"/>
                </a:solidFill>
              </a:rPr>
              <a:t>Para quem é este workshop?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</a:rPr>
              <a:t>Este workshop é ideal para: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555555"/>
                </a:solidFill>
              </a:rPr>
              <a:t>• Desenvolvedores que querem aprender sobre automação de build e deploy</a:t>
            </a:r>
          </a:p>
          <a:p>
            <a:pPr algn="l"/>
            <a:r>
              <a:rPr sz="1800">
                <a:solidFill>
                  <a:srgbClr val="555555"/>
                </a:solidFill>
              </a:rPr>
              <a:t>• Engenheiros interessados em práticas DevOps e CI/CD</a:t>
            </a:r>
          </a:p>
          <a:p>
            <a:pPr algn="l"/>
            <a:r>
              <a:rPr sz="1800">
                <a:solidFill>
                  <a:srgbClr val="555555"/>
                </a:solidFill>
              </a:rPr>
              <a:t>• Iniciantes em automação que desejam conhecer ferramentas profissionais como GitHub Actions e Azure DevOps</a:t>
            </a:r>
          </a:p>
          <a:p>
            <a:pPr algn="l"/>
            <a:r>
              <a:rPr sz="1800">
                <a:solidFill>
                  <a:srgbClr val="555555"/>
                </a:solidFill>
              </a:rPr>
              <a:t>• Times que buscam melhorar o processo de desenvolvimento e entrega de software</a:t>
            </a:r>
          </a:p>
          <a:p>
            <a:pPr algn="l"/>
            <a:r>
              <a:rPr sz="1800">
                <a:solidFill>
                  <a:srgbClr val="555555"/>
                </a:solidFill>
              </a:rPr>
              <a:t>• Qualquer pessoa com conhecimento básico de desenvolvimento que quer evoluir na carreira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D1117"/>
                </a:solidFill>
              </a:rPr>
              <a:t>O que você vai aprender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</a:rPr>
              <a:t>Durante este workshop, você terá contato prático com: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555555"/>
                </a:solidFill>
              </a:rPr>
              <a:t>• Conceitos fundamentais de DevOps e CI/CD (Continuous Integration/Continuous Deployment)</a:t>
            </a:r>
          </a:p>
          <a:p>
            <a:pPr algn="l"/>
            <a:r>
              <a:rPr sz="1700">
                <a:solidFill>
                  <a:srgbClr val="555555"/>
                </a:solidFill>
              </a:rPr>
              <a:t>• Como configurar pipelines de automação com GitHub Actions</a:t>
            </a:r>
          </a:p>
          <a:p>
            <a:pPr algn="l"/>
            <a:r>
              <a:rPr sz="1700">
                <a:solidFill>
                  <a:srgbClr val="555555"/>
                </a:solidFill>
              </a:rPr>
              <a:t>• Automação de testes e validação de código</a:t>
            </a:r>
          </a:p>
          <a:p>
            <a:pPr algn="l"/>
            <a:r>
              <a:rPr sz="1700">
                <a:solidFill>
                  <a:srgbClr val="555555"/>
                </a:solidFill>
              </a:rPr>
              <a:t>• Deploy automatizado com Azure DevOps</a:t>
            </a:r>
          </a:p>
          <a:p>
            <a:pPr algn="l"/>
            <a:r>
              <a:rPr sz="1700">
                <a:solidFill>
                  <a:srgbClr val="555555"/>
                </a:solidFill>
              </a:rPr>
              <a:t>• Boas práticas para build e release automático</a:t>
            </a:r>
          </a:p>
          <a:p>
            <a:pPr algn="l"/>
            <a:r>
              <a:rPr sz="1700">
                <a:solidFill>
                  <a:srgbClr val="555555"/>
                </a:solidFill>
              </a:rPr>
              <a:t>• Exemplos práticos e hands-on que você pode aplicar imediatamente</a:t>
            </a:r>
          </a:p>
          <a:p>
            <a:pPr algn="l"/>
            <a:r>
              <a:rPr sz="1700">
                <a:solidFill>
                  <a:srgbClr val="555555"/>
                </a:solidFill>
              </a:rPr>
              <a:t>• Dicas de carreira em DevOps 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D1117"/>
                </a:solidFill>
              </a:rPr>
              <a:t>Recursos Inclusos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555555"/>
                </a:solidFill>
              </a:rPr>
              <a:t>• 📚 Aula Prática: Conteúdo prático e direto ao ponto</a:t>
            </a:r>
          </a:p>
          <a:p>
            <a:pPr algn="l"/>
            <a:r>
              <a:rPr sz="2000">
                <a:solidFill>
                  <a:srgbClr val="555555"/>
                </a:solidFill>
              </a:rPr>
              <a:t>• ⏱️ Duração de 1 hora</a:t>
            </a:r>
          </a:p>
          <a:p>
            <a:pPr algn="l"/>
            <a:r>
              <a:rPr sz="2000">
                <a:solidFill>
                  <a:srgbClr val="555555"/>
                </a:solidFill>
              </a:rPr>
              <a:t>• 💻 Formato Online e gratuito</a:t>
            </a:r>
          </a:p>
          <a:p>
            <a:pPr algn="l"/>
            <a:r>
              <a:rPr sz="2000">
                <a:solidFill>
                  <a:srgbClr val="555555"/>
                </a:solidFill>
              </a:rPr>
              <a:t>• 🎫 Vagas Limitadas</a:t>
            </a:r>
          </a:p>
          <a:p>
            <a:pPr algn="l"/>
            <a:r>
              <a:rPr sz="2000">
                <a:solidFill>
                  <a:srgbClr val="555555"/>
                </a:solidFill>
              </a:rPr>
              <a:t>• 📅 Data a definir</a:t>
            </a:r>
          </a:p>
          <a:p>
            <a:pPr algn="l"/>
            <a:r>
              <a:rPr sz="2000">
                <a:solidFill>
                  <a:srgbClr val="555555"/>
                </a:solidFill>
              </a:rPr>
              <a:t>• 🏆 Certificado de conclusão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667EEA"/>
              </a:gs>
              <a:gs pos="100000">
                <a:srgbClr val="764BA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Aproveite esta oportunidade!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Garanta sua vaga neste workshop gratuito e dê o próximo passo
na sua carreira em DevOps.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📧 contato.trilhadevops@gmail.com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🌐 @DevOpsWorkshop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Instrutor: Marcel Levinspuhl  |  linkedin.com/in/mlevinspuhl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© 2026 Trilha DevOps Academy Workshop. Todos os direitos reservados.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