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3200400" cy="4572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Workshop gratuito!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Segoe UI"/>
              </a:rPr>
              <a:t>GitHub + Azure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Segoe UI"/>
              </a:rPr>
              <a:t>Primeiros passos para automatizar build, testes e deploy.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DDDFF"/>
                </a:solidFill>
                <a:latin typeface="Segoe UI"/>
              </a:rPr>
              <a:t>Aprenda, na prática, como automatizar etapas essenciais do desenvolvimento
usando GitHub e Azure DevOps.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2362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🚀 Trilha DevOps Academy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Informações do Workshop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474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33333"/>
                </a:solidFill>
                <a:latin typeface="Segoe UI"/>
              </a:rP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7EEA"/>
                </a:solidFill>
                <a:latin typeface="Segoe UI"/>
              </a:rPr>
              <a:t>Aula Prática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Segoe UI"/>
              </a:rPr>
              <a:t>Conteúdo prático e direto ao ponto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280160"/>
            <a:ext cx="3474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3716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33333"/>
                </a:solidFill>
                <a:latin typeface="Segoe UI"/>
              </a:rPr>
              <a:t>⏱️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783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7EEA"/>
                </a:solidFill>
                <a:latin typeface="Segoe UI"/>
              </a:rPr>
              <a:t>Duração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Segoe UI"/>
              </a:rPr>
              <a:t>1 hora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280160"/>
            <a:ext cx="3474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3716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33333"/>
                </a:solidFill>
                <a:latin typeface="Segoe UI"/>
              </a:rP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783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7EEA"/>
                </a:solidFill>
                <a:latin typeface="Segoe UI"/>
              </a:rPr>
              <a:t>Formato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Segoe UI"/>
              </a:rPr>
              <a:t>Online e gratuito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3474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832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33333"/>
                </a:solidFill>
                <a:latin typeface="Segoe UI"/>
              </a:rPr>
              <a:t>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94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7EEA"/>
                </a:solidFill>
                <a:latin typeface="Segoe UI"/>
              </a:rPr>
              <a:t>Vagas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97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Segoe UI"/>
              </a:rPr>
              <a:t>Limitadas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291840"/>
            <a:ext cx="3474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33832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33333"/>
                </a:solidFill>
                <a:latin typeface="Segoe UI"/>
              </a:rPr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794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7EEA"/>
                </a:solidFill>
                <a:latin typeface="Segoe UI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297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Segoe UI"/>
              </a:rPr>
              <a:t>A definir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3291840"/>
            <a:ext cx="3474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33832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33333"/>
                </a:solidFill>
                <a:latin typeface="Segoe UI"/>
              </a:rP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794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7EEA"/>
                </a:solidFill>
                <a:latin typeface="Segoe UI"/>
              </a:rPr>
              <a:t>Certificado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297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Segoe UI"/>
              </a:rPr>
              <a:t>Certificado de conclusão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Para quem é este workshop?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2004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Segoe UI"/>
              </a:rPr>
              <a:t>Este workshop é ideal para: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75688"/>
            <a:ext cx="73152" cy="2286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D1117"/>
                </a:solidFill>
                <a:latin typeface="Segoe UI"/>
              </a:rPr>
              <a:t>Desenvolvedores </a:t>
            </a:r>
            <a:r>
              <a:rPr sz="1600">
                <a:solidFill>
                  <a:srgbClr val="555555"/>
                </a:solidFill>
                <a:latin typeface="Segoe UI"/>
              </a:rPr>
              <a:t>que querem aprender sobre automação de build e deploy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34056"/>
            <a:ext cx="73152" cy="2286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243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D1117"/>
                </a:solidFill>
                <a:latin typeface="Segoe UI"/>
              </a:rPr>
              <a:t>Engenheiros </a:t>
            </a:r>
            <a:r>
              <a:rPr sz="1600">
                <a:solidFill>
                  <a:srgbClr val="555555"/>
                </a:solidFill>
                <a:latin typeface="Segoe UI"/>
              </a:rPr>
              <a:t>interessados em práticas DevOps e CI/CD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92424"/>
            <a:ext cx="73152" cy="2286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82696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D1117"/>
                </a:solidFill>
                <a:latin typeface="Segoe UI"/>
              </a:rPr>
              <a:t>Iniciantes </a:t>
            </a:r>
            <a:r>
              <a:rPr sz="1600">
                <a:solidFill>
                  <a:srgbClr val="555555"/>
                </a:solidFill>
                <a:latin typeface="Segoe UI"/>
              </a:rPr>
              <a:t>em automação que desejam conhecer ferramentas profissionais como GitHub Actions e Azure DevOps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50792"/>
            <a:ext cx="73152" cy="2286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4106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D1117"/>
                </a:solidFill>
                <a:latin typeface="Segoe UI"/>
              </a:rPr>
              <a:t>Times </a:t>
            </a:r>
            <a:r>
              <a:rPr sz="1600">
                <a:solidFill>
                  <a:srgbClr val="555555"/>
                </a:solidFill>
                <a:latin typeface="Segoe UI"/>
              </a:rPr>
              <a:t>que buscam melhorar o processo de desenvolvimento e entrega de software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09160"/>
            <a:ext cx="73152" cy="2286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5994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D1117"/>
                </a:solidFill>
                <a:latin typeface="Segoe UI"/>
              </a:rPr>
              <a:t>Qualquer pessoa </a:t>
            </a:r>
            <a:r>
              <a:rPr sz="1600">
                <a:solidFill>
                  <a:srgbClr val="555555"/>
                </a:solidFill>
                <a:latin typeface="Segoe UI"/>
              </a:rPr>
              <a:t>com conhecimento básico de desenvolvimento que quer evoluir na carreira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O que você vai aprender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Segoe UI"/>
              </a:rPr>
              <a:t>Durante este workshop, você terá contato prático com: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84247"/>
            <a:ext cx="73152" cy="2286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Segoe UI"/>
              </a:rPr>
              <a:t>Conceitos fundamentais de DevOps e CI/CD (Continuous Integration/Continuous Deployment)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78607"/>
            <a:ext cx="73152" cy="2286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68879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Segoe UI"/>
              </a:rPr>
              <a:t>Como configurar pipelines de automação com GitHub 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72967"/>
            <a:ext cx="73152" cy="2286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63239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Segoe UI"/>
              </a:rPr>
              <a:t>Automação de testes e validação de código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67327"/>
            <a:ext cx="73152" cy="2286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57599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Segoe UI"/>
              </a:rPr>
              <a:t>Deploy automatizado com Azure DevOps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61687"/>
            <a:ext cx="73152" cy="2286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51959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Segoe UI"/>
              </a:rPr>
              <a:t>Boas práticas para build e release automático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56047"/>
            <a:ext cx="73152" cy="2286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846319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Segoe UI"/>
              </a:rPr>
              <a:t>Exemplos práticos e hands-on que você pode aplicar imediatamente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50407"/>
            <a:ext cx="73152" cy="2286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440679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Segoe UI"/>
              </a:rPr>
              <a:t>Dicas de carreira em DevOps e automação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Aproveite esta oportunidade!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FF"/>
                </a:solidFill>
                <a:latin typeface="Segoe UI"/>
              </a:rPr>
              <a:t>Garanta sua vaga neste workshop gratuito e dê o próximo
passo na sua carreira em DevOps.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931920"/>
            <a:ext cx="5788152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3959352"/>
            <a:ext cx="5788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7EEA"/>
                </a:solidFill>
                <a:latin typeface="Segoe UI"/>
              </a:rPr>
              <a:t>Quero entrar na lista de interesse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FF"/>
                </a:solidFill>
                <a:latin typeface="Segoe UI"/>
              </a:rPr>
              <a:t>https://forms.gle/15zNEB56RkPeBTQY9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2362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🚀 Trilha DevOps Academy Workshop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Entre em Contato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02920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1117"/>
                </a:solidFill>
                <a:latin typeface="Segoe UI"/>
              </a:rPr>
              <a:t>📧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EEA"/>
                </a:solidFill>
                <a:latin typeface="Segoe UI"/>
              </a:rPr>
              <a:t>contato.trilhadevops@gmail.com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02920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1117"/>
                </a:solidFill>
                <a:latin typeface="Segoe UI"/>
              </a:rPr>
              <a:t>🌐 Redes Sociais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EEA"/>
                </a:solidFill>
                <a:latin typeface="Segoe UI"/>
              </a:rPr>
              <a:t>@DevOpsWorkshop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10972800" cy="13716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117"/>
                </a:solidFill>
                <a:latin typeface="Segoe UI"/>
              </a:rPr>
              <a:t>Instrutor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EEA"/>
                </a:solidFill>
                <a:latin typeface="Segoe UI"/>
              </a:rPr>
              <a:t>Marcel Levinspuhl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4348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Segoe UI"/>
              </a:rPr>
              <a:t>linkedin.com/in/mlevinspuhl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Downloads Oficiais da 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Segoe UI"/>
              </a:rPr>
              <a:t>Utilize os links abaixo para baixar as ferramentas necessárias diretamente dos servidores oficiais da Microsoft.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097280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117"/>
                </a:solidFill>
                <a:latin typeface="Segoe UI"/>
              </a:rPr>
              <a:t>Microsoft SQL Server 2022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Segoe UI"/>
              </a:rPr>
              <a:t>Edição gratuita do SQL Server, ideal para aprendizado, desenvolvimento e pequenas aplicações Web ou de desktop.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EEA"/>
                </a:solidFill>
                <a:latin typeface="Segoe UI"/>
              </a:rPr>
              <a:t>🔗 download.microsoft.com/SQL2022-SSEI-Expr.exe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097280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117"/>
                </a:solidFill>
                <a:latin typeface="Segoe UI"/>
              </a:rPr>
              <a:t>Microsoft Azure DevOps Server 2022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Segoe UI"/>
              </a:rPr>
              <a:t>Solução gratuita para colaboração em equipe de até 5 usuários ativos, abrangendo todo o ciclo de vida da aplicação.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EEA"/>
                </a:solidFill>
                <a:latin typeface="Segoe UI"/>
              </a:rPr>
              <a:t>🔗 go.microsoft.com/fwlink/?LinkId=2269947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egoe UI"/>
              </a:rPr>
              <a:t>Informações de Licenciamento: O Azure DevOps Server Express é limitado a 5 usuários ativos. O SQL Server Express possui limite de 10GB por banco de dados.
Microsoft, Azure e SQL Server são marcas registradas do grupo de empresas Microsoft.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Política de Privacidade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3035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09728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Segoe UI"/>
              </a:rPr>
              <a:t>1. Coleta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Segoe UI"/>
              </a:rPr>
              <a:t>Solicitamos informações pessoais (nome e e-mail) apenas quando necessário para fornecer acesso ao workshop e materiais didáticos.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3035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109728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Segoe UI"/>
              </a:rPr>
              <a:t>2. Uso das Informações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Segoe UI"/>
              </a:rPr>
              <a:t>Utilizadas para: garantir inscrição e acesso às aulas; enviar links e materiais; informar sobre futuras turmas.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3035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109728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Segoe UI"/>
              </a:rPr>
              <a:t>3. Retenção de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Segoe UI"/>
              </a:rPr>
              <a:t>Retemos informações apenas pelo tempo necessário, protegendo-as contra perdas, roubos ou acessos não autorizados.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53035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109728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Segoe UI"/>
              </a:rPr>
              <a:t>4. Compartilhamento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74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Segoe UI"/>
              </a:rPr>
              <a:t>Não compartilhamos informações pessoais com terceiros, exceto quando exigido por lei ou para plataformas de e-mail.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26280"/>
            <a:ext cx="53035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526280"/>
            <a:ext cx="109728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Segoe UI"/>
              </a:rPr>
              <a:t>5. Seus Direitos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Segoe UI"/>
              </a:rPr>
              <a:t>Você pode recusar fornecer informações pessoais. O uso do site implica aceitação desta política de privacidade.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26280"/>
            <a:ext cx="53035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526280"/>
            <a:ext cx="109728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Segoe UI"/>
              </a:rPr>
              <a:t>6. Contato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Segoe UI"/>
              </a:rPr>
              <a:t>Dúvidas sobre privacidade: entre em contato pelo e-mail de suporte do workshop.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336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© 2026 Trilha DevOps Workshop. Todos os direitos reservados.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