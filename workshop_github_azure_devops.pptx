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F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6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C8F"/>
                </a:solidFill>
              </a:rPr>
              <a:t>WORKSHOP GRATUITO + CERTIFICADO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F2A35"/>
                </a:solidFill>
              </a:rPr>
              <a:t>GitHub + Azure DevOps para automatizar builds, testes e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6616F"/>
                </a:solidFill>
              </a:rPr>
              <a:t>Primeiros passos para estruturar pipelines de CI/CD com clareza,
reduzindo tarefas manuais e acelerando entregas.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023360"/>
            <a:ext cx="6858000" cy="777240"/>
          </a:xfrm>
          <a:prstGeom prst="rect">
            <a:avLst/>
          </a:prstGeom>
          <a:solidFill>
            <a:srgbClr val="D5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06908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14A55"/>
                </a:solidFill>
              </a:rPr>
              <a:t>Em apenas 1 hora, veja como estruturar um pipeline real de build, testes e deploy usando GitHub e Azure DevOps.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029200"/>
            <a:ext cx="3200400" cy="502920"/>
          </a:xfrm>
          <a:prstGeom prst="rect">
            <a:avLst/>
          </a:prstGeom>
          <a:solidFill>
            <a:srgbClr val="F36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05663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Garantir minha vaga gratuitamente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274320"/>
            <a:ext cx="3566160" cy="5943600"/>
          </a:xfrm>
          <a:prstGeom prst="rect">
            <a:avLst/>
          </a:prstGeom>
          <a:solidFill>
            <a:srgbClr val="0F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3716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Workshop
GitHub +
Azure DevOps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4206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5F0F5"/>
                </a:solidFill>
              </a:rPr>
              <a:t>CI/CD · Automação · DevOps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6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A35"/>
                </a:solidFill>
              </a:rPr>
              <a:t>Para quem é este workshop?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6616F"/>
                </a:solidFill>
              </a:rPr>
              <a:t>Este workshop é ideal para profissionais e equipes que querem elevar o nível de automação no ciclo de desenvolvimento.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737360"/>
            <a:ext cx="356616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C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A35"/>
                </a:solidFill>
              </a:rPr>
              <a:t>Desenvolvedores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402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6616F"/>
                </a:solidFill>
              </a:rPr>
              <a:t>Querem aprender a automatizar build e deploy com ferramentas usadas no mercado.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1737360"/>
            <a:ext cx="356616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C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8288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A35"/>
                </a:solidFill>
              </a:rPr>
              <a:t>Engenheiros de software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2402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6616F"/>
                </a:solidFill>
              </a:rPr>
              <a:t>Possuem interesse em DevOps e CI/CD para tornar o processo de entrega mais confiável.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737360"/>
            <a:ext cx="356616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C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18288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A35"/>
                </a:solidFill>
              </a:rPr>
              <a:t>Iniciantes em automação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2402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6616F"/>
                </a:solidFill>
              </a:rPr>
              <a:t>Querem conhecer GitHub Actions e Azure DevOps de forma objetiva e aplicada.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49039"/>
            <a:ext cx="356616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C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84047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A35"/>
                </a:solidFill>
              </a:rPr>
              <a:t>Times de tecnologia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251959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6616F"/>
                </a:solidFill>
              </a:rPr>
              <a:t>Buscam melhorar o fluxo de desenvolvimento, testes e entrega de software.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3749039"/>
            <a:ext cx="356616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C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0" y="384047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A35"/>
                </a:solidFill>
              </a:rPr>
              <a:t>Profissionais com base em desenvolvimento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251959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6616F"/>
                </a:solidFill>
              </a:rPr>
              <a:t>Desejam evoluir na carreira e ampliar repertório em práticas modernas de engenharia.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6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A35"/>
                </a:solidFill>
              </a:rPr>
              <a:t>O que você vai aprender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6616F"/>
                </a:solidFill>
              </a:rPr>
              <a:t>Durante o workshop, você terá contato prático com os pilares da automação e boas práticas de CI/CD.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530352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C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F2A35"/>
                </a:solidFill>
              </a:rPr>
              <a:t>●  Conceitos fundamentais de DevOps e CI/CD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2A35"/>
                </a:solidFill>
              </a:rPr>
              <a:t>●  Como configurar pipelines de automação com GitHub Actions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2A35"/>
                </a:solidFill>
              </a:rPr>
              <a:t>●  Automação de testes e validação de código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2A35"/>
                </a:solidFill>
              </a:rPr>
              <a:t>●  Dicas de carreira em DevOps e automação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737360"/>
            <a:ext cx="530352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C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F2A35"/>
                </a:solidFill>
              </a:rPr>
              <a:t>●  Deploy automatizado com Azure DevOps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2A35"/>
                </a:solidFill>
              </a:rPr>
              <a:t>●  Boas práticas para build e release automáticos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2A35"/>
                </a:solidFill>
              </a:rPr>
              <a:t>●  Exemplos práticos e hands-on para aplicar imediatamente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6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A35"/>
                </a:solidFill>
              </a:rPr>
              <a:t>Com quem vou aprender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C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7C8F"/>
                </a:solidFill>
              </a:rPr>
              <a:t>Marcel Levinspuhl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6616F"/>
                </a:solidFill>
              </a:rPr>
              <a:t>Profissional de tecnologia com mais de 20 anos de experiência em desenvolvimento de software, engenharia e automação de ambientes. Atuou no mercado brasileiro em empresas de tecnologia e hoje trabalha no mercado irlandês com foco em práticas modernas de DevOps, automação e cloud.
Com sólida experiência em Java e .NET, construiu uma carreira que une conhecimento técnico profundo, visão prática do ciclo completo de desenvolvimento de software e forte capacidade de transformar processos complexos em fluxos mais ágeis, organizados e eficientes.
No workshop, ele compartilha essa experiência de forma aplicada, mostrando como ferramentas como GitHub e Azure DevOps podem ser usadas na prática para automatizar etapas essenciais do desenvolvimento.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6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A35"/>
                </a:solidFill>
              </a:rPr>
              <a:t>O que esperar do workshop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35661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C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A35"/>
                </a:solidFill>
              </a:rPr>
              <a:t>Aula prática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6616F"/>
                </a:solidFill>
              </a:rPr>
              <a:t>Conteúdo direto ao ponto, com foco em execução.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097280"/>
            <a:ext cx="35661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C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188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A35"/>
                </a:solidFill>
              </a:rPr>
              <a:t>Duração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60020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6616F"/>
                </a:solidFill>
              </a:rPr>
              <a:t>1 hora de imersão orientada para aplicação real.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1097280"/>
            <a:ext cx="35661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C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188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A35"/>
                </a:solidFill>
              </a:rPr>
              <a:t>Formato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60020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6616F"/>
                </a:solidFill>
              </a:rPr>
              <a:t>Evento on-line, ao vivo, via Teams.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017520"/>
            <a:ext cx="35661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C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108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A35"/>
                </a:solidFill>
              </a:rPr>
              <a:t>Vagas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52044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6616F"/>
                </a:solidFill>
              </a:rPr>
              <a:t>Limitadas para manter a dinâmica do encontro.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3017520"/>
            <a:ext cx="35661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C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3108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A35"/>
                </a:solidFill>
              </a:rPr>
              <a:t>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52044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6616F"/>
                </a:solidFill>
              </a:rPr>
              <a:t>Será definida em breve. Garanta sua vaga gratuita!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3017520"/>
            <a:ext cx="35661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C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3108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A35"/>
                </a:solidFill>
              </a:rPr>
              <a:t>Certificado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52044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6616F"/>
                </a:solidFill>
              </a:rPr>
              <a:t>Emitido ao final do curso. Gratuito e válido internacionalmente.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51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6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Garanta sua vaga no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60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Em apenas 1 hora, veja como estruturar um pipeline real de
build, testes e deploy usando GitHub e Azure DevOps.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840480"/>
            <a:ext cx="4846320" cy="640080"/>
          </a:xfrm>
          <a:prstGeom prst="rect">
            <a:avLst/>
          </a:prstGeom>
          <a:solidFill>
            <a:srgbClr val="F36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03320" y="38862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Garantir minha vaga gratuitamente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5F0F5"/>
                </a:solidFill>
              </a:rPr>
              <a:t>https://forms.gle/15zNEB56RkPeBTQY9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